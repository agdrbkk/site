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0F0F0"/>
                </a:solidFill>
                <a:latin typeface="Arial"/>
              </a:defRPr>
            </a:pPr>
            <a:r>
              <a:t>INTERIOR DESIGN</a:t>
            </a:r>
            <a:br/>
            <a: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5A05A"/>
                </a:solidFill>
                <a:latin typeface="Arial"/>
              </a:defRPr>
            </a:pPr>
            <a:r>
              <a:t>CHINESE SHABU-MALA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4B4B4"/>
                </a:solidFill>
                <a:latin typeface="Arial"/>
              </a:defRPr>
            </a:pPr>
            <a:r>
              <a:t>THEME: RED &amp; BLACK AESTHETIC</a:t>
            </a:r>
            <a:br/>
            <a:r>
              <a:t>PREPARED FOR: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Arial"/>
              </a:defRPr>
            </a:pPr>
            <a:r>
              <a:t>DESIGN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C5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Arial"/>
              </a:defRPr>
            </a:pPr>
            <a:r>
              <a:t>SHABU-MALA INTERIOR PROPOSAL |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Arial"/>
              </a:defRPr>
            </a:pPr>
            <a:r>
              <a:t>MODERN DARK LUXURY</a:t>
            </a:r>
          </a:p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Matte Black &amp; Crimson | Mysterious &amp; Premium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Arial"/>
              </a:defRPr>
            </a:pPr>
            <a:r>
              <a:t>NEO-CYBER CHINATOWN</a:t>
            </a:r>
          </a:p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Industrial &amp; Neon | Energetic &amp; Street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069079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Arial"/>
              </a:defRPr>
            </a:pPr>
            <a:r>
              <a:t>THE CRIMSON THEATRE</a:t>
            </a:r>
          </a:p>
          <a:p>
            <a:pPr algn="l">
              <a:defRPr sz="1600" b="0">
                <a:solidFill>
                  <a:srgbClr val="B4B4B4"/>
                </a:solidFill>
                <a:latin typeface="Arial"/>
              </a:defRPr>
            </a:pPr>
            <a:r>
              <a:t>Wood &amp; Grandeur | Dramatic &amp; Cultural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Arial"/>
              </a:defRPr>
            </a:pPr>
            <a:r>
              <a:t>01: MODERN DARK LUXURY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C5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Arial"/>
              </a:defRPr>
            </a:pPr>
            <a:r>
              <a:t>SHABU-MALA INTERIOR PROPOSAL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MOOD &amp;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Mysterious, Sophisticated, Private Lounge Vibe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KEY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- Matte Black Walls</a:t>
            </a:r>
            <a:br/>
            <a:r>
              <a:t>- Dark Crimson Velvet</a:t>
            </a:r>
            <a:br/>
            <a:r>
              <a:t>- Hidden Warm Lighting</a:t>
            </a:r>
            <a:br/>
            <a:r>
              <a:t>- Black Marble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(Perspective 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114800"/>
            <a:ext cx="3657600" cy="201168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(Details/Materials)</a:t>
            </a:r>
          </a:p>
          <a:p/>
          <a:p>
            <a:r>
              <a:t>Refs: YKC II / Da Ming Ding 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Arial"/>
              </a:defRPr>
            </a:pPr>
            <a:r>
              <a:t>02: NEO-CYBER CHINATOWN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C5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Arial"/>
              </a:defRPr>
            </a:pPr>
            <a:r>
              <a:t>SHABU-MALA INTERIOR PROPOSAL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MOOD &amp;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Energetic, Street Style, Futuristic, Photogenic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KEY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- Industrial Concrete</a:t>
            </a:r>
            <a:br/>
            <a:r>
              <a:t>- Red Neon Signs</a:t>
            </a:r>
            <a:br/>
            <a:r>
              <a:t>- Metal Mesh</a:t>
            </a:r>
            <a:br/>
            <a:r>
              <a:t>- Stainless Steel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(Perspective 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114800"/>
            <a:ext cx="3657600" cy="201168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(Details/Materials)</a:t>
            </a:r>
          </a:p>
          <a:p/>
          <a:p>
            <a:r>
              <a:t>Refs: Tiago Select / Cyberpunk 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Arial"/>
              </a:defRPr>
            </a:pPr>
            <a:r>
              <a:t>03: THE CRIMSON THEATRE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C5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Arial"/>
              </a:defRPr>
            </a:pPr>
            <a:r>
              <a:t>SHABU-MALA INTERIOR PROPOSAL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MOOD &amp;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Dramatic, Cultural, Grand, Cinematic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5A05A"/>
                </a:solidFill>
                <a:latin typeface="Arial"/>
              </a:defRPr>
            </a:pPr>
            <a:r>
              <a:t>KEY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0F0F0"/>
                </a:solidFill>
                <a:latin typeface="Arial"/>
              </a:defRPr>
            </a:pPr>
            <a:r>
              <a:t>- Black Wood Structure</a:t>
            </a:r>
            <a:br/>
            <a:r>
              <a:t>- Giant Red Pillars</a:t>
            </a:r>
            <a:br/>
            <a:r>
              <a:t>- Fabric Lanterns</a:t>
            </a:r>
            <a:br/>
            <a:r>
              <a:t>- Symmetrical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(Perspective 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114800"/>
            <a:ext cx="3657600" cy="2011680"/>
          </a:xfrm>
          <a:prstGeom prst="rect">
            <a:avLst/>
          </a:prstGeom>
          <a:solidFill>
            <a:srgbClr val="282828"/>
          </a:solidFill>
          <a:ln w="127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PASTE IMAGE HERE</a:t>
            </a:r>
          </a:p>
          <a:p>
            <a:r>
              <a:t>(Details/Materials)</a:t>
            </a:r>
          </a:p>
          <a:p/>
          <a:p>
            <a:r>
              <a:t>Refs: Jiu Li Hot Pot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  <a:ln w="25400">
            <a:solidFill>
              <a:srgbClr val="C5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Arial"/>
              </a:defRPr>
            </a:pPr>
            <a:r>
              <a:t>Ready to bring this vision to life?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