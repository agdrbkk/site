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8141E"/>
                </a:solidFill>
              </a:defRPr>
            </a:pPr>
            <a:r>
              <a:t>INTERIOR DESIGN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0">
                <a:solidFill>
                  <a:srgbClr val="FFFFFF"/>
                </a:solidFill>
              </a:defRPr>
            </a:pPr>
            <a:r>
              <a:t>Modern Chinese Shabu-Mala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D4AF37"/>
                </a:solidFill>
              </a:defRPr>
            </a:pPr>
            <a:r>
              <a:t>Theme: Red &amp; Black Aesthetic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8141E"/>
                </a:solidFill>
              </a:defRPr>
            </a:pPr>
            <a:r>
              <a:t>3 DESIGN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FFFFFF"/>
                </a:solidFill>
              </a:defRPr>
            </a:pPr>
            <a:r>
              <a:t>1. Modern Dark Luxury: เรียบหรู ลึกลับ (Matte Black &amp; Dark Crimson)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FFFFFF"/>
                </a:solidFill>
              </a:defRPr>
            </a:pPr>
            <a:r>
              <a:t>2. Neo-Cyber Chinatown: สนุกจัดจ้าน (Industrial Black &amp; Neon 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FFFFFF"/>
                </a:solidFill>
              </a:defRPr>
            </a:pPr>
            <a:r>
              <a:t>3. The Crimson Theatre: โรงเตี๊ยมร่วมสมัย (Black Wood &amp; Chinese Red)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41E"/>
                </a:solidFill>
              </a:defRPr>
            </a:pPr>
            <a:r>
              <a:t>CONCEPT 01: MODERN DARK LUXURY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Mood: Mysterious, Sophisticated, High-End</a:t>
            </a:r>
            <a:br/>
            <a:br/>
            <a:r>
              <a:t>Key Elements:</a:t>
            </a:r>
            <a:br/>
            <a:r>
              <a:t>- Matte Black Walls (ผนังดำด้าน)</a:t>
            </a:r>
            <a:br/>
            <a:r>
              <a:t>- Dark Crimson Velvet (กำมะหยี่แดงเลือดหมู)</a:t>
            </a:r>
            <a:br/>
            <a:r>
              <a:t>- Hidden Lighting (ไฟซ่อน/สปอตไลท์)</a:t>
            </a:r>
            <a:br/>
            <a:br/>
            <a:r>
              <a:t>References:</a:t>
            </a:r>
            <a:br/>
            <a:r>
              <a:t>- ArchDaily: YKC II Restaurant</a:t>
            </a:r>
            <a:br/>
            <a:r>
              <a:t>- WorldArchitecture: Da Ming Ding 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 1</a:t>
            </a:r>
          </a:p>
          <a:p>
            <a:r>
              <a:t>(Luxury Dark Interior)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41148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 2</a:t>
            </a:r>
          </a:p>
          <a:p>
            <a:r>
              <a:t>(Red Velvet &amp; Marble)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41E"/>
                </a:solidFill>
              </a:defRPr>
            </a:pPr>
            <a:r>
              <a:t>CONCEPT 02: NEO-CYBER CHINATOWN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Mood: Energetic, Street Vibe, Photogenic</a:t>
            </a:r>
            <a:br/>
            <a:br/>
            <a:r>
              <a:t>Key Elements:</a:t>
            </a:r>
            <a:br/>
            <a:r>
              <a:t>- Industrial Loft (ปูนเปลือย/โครงเหล็ก)</a:t>
            </a:r>
            <a:br/>
            <a:r>
              <a:t>- Neon Lights (ไฟนีออนดัดตัวอักษรจีน)</a:t>
            </a:r>
            <a:br/>
            <a:r>
              <a:t>- Metal Mesh (ตะแกรงเหล็กฉีก)</a:t>
            </a:r>
            <a:br/>
            <a:br/>
            <a:r>
              <a:t>References:</a:t>
            </a:r>
            <a:br/>
            <a:r>
              <a:t>- Designboom: Tiago Select</a:t>
            </a:r>
            <a:br/>
            <a:r>
              <a:t>- ArtStation: Cyberpunk Restaurant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 1</a:t>
            </a:r>
          </a:p>
          <a:p>
            <a:r>
              <a:t>(Neon Lights)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41148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 2</a:t>
            </a:r>
          </a:p>
          <a:p>
            <a:r>
              <a:t>(Cyberpunk Vibe)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41E"/>
                </a:solidFill>
              </a:defRPr>
            </a:pPr>
            <a:r>
              <a:t>CONCEPT 03: THE CRIMSON THEATRE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Mood: Dramatic, Cultural, Grand</a:t>
            </a:r>
            <a:br/>
            <a:br/>
            <a:r>
              <a:t>Key Elements:</a:t>
            </a:r>
            <a:br/>
            <a:r>
              <a:t>- Black Wood Structure (โครงไม้ทำสีดำ)</a:t>
            </a:r>
            <a:br/>
            <a:r>
              <a:t>- Chinese Red Pillars (เสาสีแดงสด)</a:t>
            </a:r>
            <a:br/>
            <a:r>
              <a:t>- Fabric Lanterns (โคมไฟผ้า)</a:t>
            </a:r>
            <a:br/>
            <a:br/>
            <a:r>
              <a:t>References:</a:t>
            </a:r>
            <a:br/>
            <a:r>
              <a:t>- ArchDaily: Jiu Li Hot Pot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 1</a:t>
            </a:r>
          </a:p>
          <a:p>
            <a:r>
              <a:t>(Traditional Pillars)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41148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 2</a:t>
            </a:r>
          </a:p>
          <a:p>
            <a:r>
              <a:t>(Lanterns)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8141E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FFFFF"/>
                </a:solidFill>
              </a:defRPr>
            </a:pPr>
            <a:r>
              <a:t>Concept 1: Modern Luxury -&gt; ลูกค้า Premium / Couple</a:t>
            </a:r>
            <a:br/>
            <a:r>
              <a:t>Concept 2: Neo-Cyber -&gt; ลูกค้า Gen Z / Social Lovers</a:t>
            </a:r>
            <a:br/>
            <a:r>
              <a:t>Concept 3: Crimson Theatre -&gt; ลูกค้า Family / Mass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